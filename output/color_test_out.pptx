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800">
                <a:solidFill>
                  <a:schemeClr val="tx1"/>
                </a:solidFill>
              </a:rPr>
              <a:t>NEW Black inhe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NEW White expl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800">
                <a:solidFill>
                  <a:schemeClr val="bg1"/>
                </a:solidFill>
              </a:rPr>
              <a:t>NEW Scheme whi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