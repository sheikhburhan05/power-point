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Black inherited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White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chemeClr val="bg1"/>
                </a:solidFill>
              </a:rPr>
              <a:t>Scheme white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